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585" y="546888"/>
            <a:ext cx="2392319" cy="2426082"/>
          </a:xfrm>
          <a:custGeom>
            <a:avLst/>
            <a:gdLst/>
            <a:ahLst/>
            <a:cxnLst/>
            <a:rect r="r" b="b" t="t" l="l"/>
            <a:pathLst>
              <a:path h="2426082" w="2392319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2243" y="3462510"/>
            <a:ext cx="15273465" cy="22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</a:pPr>
            <a:r>
              <a:rPr lang="en-US" sz="1551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RESEARCH TITLE</a:t>
            </a:r>
          </a:p>
        </p:txBody>
      </p:sp>
      <p:sp>
        <p:nvSpPr>
          <p:cNvPr name="AutoShape 7" id="7"/>
          <p:cNvSpPr/>
          <p:nvPr/>
        </p:nvSpPr>
        <p:spPr>
          <a:xfrm>
            <a:off x="3320720" y="7135730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320720" y="8650702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169007" y="7583666"/>
            <a:ext cx="9949987" cy="69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4795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Researcher/s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841344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18064"/>
            <a:ext cx="16230600" cy="61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841344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RRL/RRS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18064"/>
            <a:ext cx="16230600" cy="61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295817"/>
            <a:ext cx="1839491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THEORETICAL/CONCEPTUAL FRAMEWORK PARADIGM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18064"/>
            <a:ext cx="16230600" cy="61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6968991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SIGNIFICANCE OF THE STUDY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18064"/>
            <a:ext cx="16230600" cy="61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376398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18064"/>
            <a:ext cx="16230600" cy="61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376398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HYPOTHESIS  (IF ANY)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18064"/>
            <a:ext cx="16230600" cy="61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841344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18064"/>
            <a:ext cx="16230600" cy="61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6875" y="3089694"/>
            <a:ext cx="11854250" cy="425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QUESTIONS &amp; ANSWER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1817" y="4031050"/>
            <a:ext cx="12904366" cy="236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7677223"/>
            <a:ext cx="7315200" cy="465513"/>
          </a:xfrm>
          <a:custGeom>
            <a:avLst/>
            <a:gdLst/>
            <a:ahLst/>
            <a:cxnLst/>
            <a:rect r="r" b="b" t="t" l="l"/>
            <a:pathLst>
              <a:path h="465513" w="7315200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4466" y="-2049686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37818" y="7909979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DAHXUrdeoSg</dc:identifier>
  <dcterms:modified xsi:type="dcterms:W3CDTF">2011-08-01T06:04:30Z</dcterms:modified>
  <cp:revision>1</cp:revision>
  <dc:title>PR2 TEMPLATE</dc:title>
</cp:coreProperties>
</file>